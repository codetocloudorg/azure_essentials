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2055"/>
  </p:normalViewPr>
  <p:slideViewPr>
    <p:cSldViewPr snapToGrid="0" snapToObjects="1">
      <p:cViewPr varScale="1">
        <p:scale>
          <a:sx n="89" d="100"/>
          <a:sy n="89" d="100"/>
        </p:scale>
        <p:origin x="56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407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everyone. Today is about building a solid foundation in Azure — not just memorizing services, but understanding </a:t>
            </a:r>
            <a:r>
              <a:rPr lang="en-CA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Azure fits into real-world IT and business decisions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By the end of the day, you should feel comfortable navigating Azure concepts and having informed conversations about cloud architecture.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Here’s how we’ll spend the day. We’ll start with core cloud concepts, move into Azure’s building blocks, and then explore compute, networking, storage, security, and cost. This is intentionally broad — depth comes later, but today is about context and confidence.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its core, cloud computing is about </a:t>
            </a:r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on‑demand access to IT resources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without owning the underlying infrastructure. Instead of buying servers upfront, we consume what we need, when we need it — and scale dynamically as requirements change.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three models define </a:t>
            </a:r>
            <a:r>
              <a:rPr lang="en-CA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much responsibility you keep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IaaS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gives you maximum control.</a:t>
            </a:r>
          </a:p>
          <a:p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PaaS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removes infrastructure management.</a:t>
            </a:r>
          </a:p>
          <a:p>
            <a:r>
              <a:rPr lang="en-CA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SaaS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delivers complete applications. Understanding this shared responsibility is critical when designing solutions.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Public, private, and hybrid describe </a:t>
            </a:r>
            <a:r>
              <a:rPr lang="en-CA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workloads run. Most organizations today are hybrid — blending on‑prem systems with cloud services — and Azure is designed specifically to support that reality.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1777</TotalTime>
  <Words>267</Words>
  <Application>Microsoft Macintosh PowerPoint</Application>
  <PresentationFormat>Widescreen</PresentationFormat>
  <Paragraphs>55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Essentials</dc:title>
  <dc:subject>PptxGenJS Presentation</dc:subject>
  <dc:creator>Created by Marp</dc:creator>
  <cp:lastModifiedBy>Kevin Evans</cp:lastModifiedBy>
  <cp:revision>2</cp:revision>
  <dcterms:created xsi:type="dcterms:W3CDTF">2026-03-13T15:36:47Z</dcterms:created>
  <dcterms:modified xsi:type="dcterms:W3CDTF">2026-03-24T00:51:32Z</dcterms:modified>
</cp:coreProperties>
</file>